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9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5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7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1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2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7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1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9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9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6753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72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6570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89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84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3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159CF-999D-4A99-A965-056EC62FCE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B2850F7-97DA-4819-A5DA-D22BE8EA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5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896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RADIUS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6840" y="2129854"/>
            <a:ext cx="9144000" cy="3777170"/>
          </a:xfrm>
        </p:spPr>
        <p:txBody>
          <a:bodyPr>
            <a:normAutofit fontScale="62500" lnSpcReduction="20000"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4900" dirty="0" smtClean="0"/>
              <a:t>RADIUS is a </a:t>
            </a:r>
            <a:r>
              <a:rPr lang="en-US" sz="4900" b="1" dirty="0" smtClean="0"/>
              <a:t>network protocol</a:t>
            </a:r>
            <a:r>
              <a:rPr lang="en-US" sz="4900" dirty="0" smtClean="0"/>
              <a:t/>
            </a:r>
            <a:br>
              <a:rPr lang="en-US" sz="4900" dirty="0" smtClean="0"/>
            </a:br>
            <a:r>
              <a:rPr lang="en-US" sz="4900" dirty="0" smtClean="0"/>
              <a:t>It is used to: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4900" dirty="0" smtClean="0"/>
              <a:t>Verify users (authentication) 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4900" dirty="0" smtClean="0"/>
              <a:t>Allow or deny access 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4900" dirty="0" smtClean="0"/>
              <a:t>Record user activity </a:t>
            </a:r>
          </a:p>
          <a:p>
            <a:pPr algn="l"/>
            <a:r>
              <a:rPr lang="en-US" sz="4900" dirty="0" smtClean="0"/>
              <a:t/>
            </a:r>
            <a:br>
              <a:rPr lang="en-US" sz="4900" dirty="0" smtClean="0"/>
            </a:br>
            <a:r>
              <a:rPr lang="en-US" sz="4900" b="1" dirty="0" smtClean="0"/>
              <a:t>RADIUS checks whether a user is allowed to use the network or not.</a:t>
            </a:r>
            <a:endParaRPr lang="en-US" sz="49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481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AAA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Authentication                                                   . Accounting</a:t>
            </a:r>
          </a:p>
          <a:p>
            <a:pPr marL="0" indent="0">
              <a:buNone/>
            </a:pPr>
            <a:r>
              <a:rPr lang="en-US" dirty="0" smtClean="0"/>
              <a:t>     Checks username and password                         Records user activity:</a:t>
            </a:r>
            <a:br>
              <a:rPr lang="en-US" dirty="0" smtClean="0"/>
            </a:br>
            <a:r>
              <a:rPr lang="en-US" dirty="0" smtClean="0"/>
              <a:t>     Answers: </a:t>
            </a:r>
            <a:r>
              <a:rPr lang="en-US" b="1" dirty="0" smtClean="0"/>
              <a:t>“Who is the user?”                              </a:t>
            </a:r>
            <a:r>
              <a:rPr lang="en-US" dirty="0" smtClean="0"/>
              <a:t>Login </a:t>
            </a:r>
            <a:r>
              <a:rPr lang="en-US" dirty="0" err="1" smtClean="0"/>
              <a:t>time,logout</a:t>
            </a:r>
            <a:r>
              <a:rPr lang="en-US" dirty="0" smtClean="0"/>
              <a:t> time</a:t>
            </a:r>
            <a:endParaRPr lang="en-US" b="1" dirty="0" smtClean="0"/>
          </a:p>
          <a:p>
            <a:r>
              <a:rPr lang="en-US" b="1" dirty="0" smtClean="0"/>
              <a:t>Authorization</a:t>
            </a:r>
          </a:p>
          <a:p>
            <a:pPr marL="0" indent="0">
              <a:buNone/>
            </a:pPr>
            <a:r>
              <a:rPr lang="en-US" dirty="0" smtClean="0"/>
              <a:t>    Decides what access the user gets</a:t>
            </a:r>
          </a:p>
          <a:p>
            <a:pPr marL="0" indent="0">
              <a:buNone/>
            </a:pPr>
            <a:r>
              <a:rPr lang="en-US" dirty="0" smtClean="0"/>
              <a:t>    Examples:</a:t>
            </a:r>
          </a:p>
          <a:p>
            <a:pPr marL="0" indent="0">
              <a:buNone/>
            </a:pPr>
            <a:r>
              <a:rPr lang="en-US" dirty="0" smtClean="0"/>
              <a:t>    Only internet access </a:t>
            </a:r>
          </a:p>
          <a:p>
            <a:pPr marL="0" indent="0">
              <a:buNone/>
            </a:pPr>
            <a:r>
              <a:rPr lang="en-US" dirty="0" smtClean="0"/>
              <a:t>   Admin access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711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Components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Client (NAS – Network Access Server)            . Database</a:t>
            </a:r>
          </a:p>
          <a:p>
            <a:pPr marL="0" indent="0">
              <a:buNone/>
            </a:pPr>
            <a:r>
              <a:rPr lang="en-US" dirty="0" smtClean="0"/>
              <a:t>  Device that sends request                                     Store information </a:t>
            </a:r>
          </a:p>
          <a:p>
            <a:pPr marL="0" indent="0">
              <a:buNone/>
            </a:pPr>
            <a:r>
              <a:rPr lang="en-US" dirty="0" smtClean="0"/>
              <a:t>   Examples:                                                                 User name ,password</a:t>
            </a:r>
          </a:p>
          <a:p>
            <a:pPr marL="0" indent="0">
              <a:buNone/>
            </a:pPr>
            <a:r>
              <a:rPr lang="en-US" dirty="0" smtClean="0"/>
              <a:t>   Router                                                                        Permissions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WiFi</a:t>
            </a:r>
            <a:r>
              <a:rPr lang="en-US" dirty="0" smtClean="0"/>
              <a:t> Access Point</a:t>
            </a:r>
          </a:p>
          <a:p>
            <a:r>
              <a:rPr lang="en-US" b="1" dirty="0" smtClean="0"/>
              <a:t> RADIUS Server</a:t>
            </a:r>
          </a:p>
          <a:p>
            <a:pPr marL="0" indent="0">
              <a:buNone/>
            </a:pPr>
            <a:r>
              <a:rPr lang="en-US" dirty="0" smtClean="0"/>
              <a:t>    Makes decision</a:t>
            </a:r>
            <a:br>
              <a:rPr lang="en-US" dirty="0" smtClean="0"/>
            </a:br>
            <a:r>
              <a:rPr lang="en-US" dirty="0" smtClean="0"/>
              <a:t>    Allows or denies access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99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464" y="227013"/>
            <a:ext cx="10515600" cy="1325563"/>
          </a:xfrm>
        </p:spPr>
        <p:txBody>
          <a:bodyPr/>
          <a:lstStyle/>
          <a:p>
            <a:r>
              <a:rPr lang="en-US" b="1" dirty="0" smtClean="0"/>
              <a:t>Complete Working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296" y="1481328"/>
            <a:ext cx="10713720" cy="5248656"/>
          </a:xfrm>
        </p:spPr>
        <p:txBody>
          <a:bodyPr/>
          <a:lstStyle/>
          <a:p>
            <a:r>
              <a:rPr lang="en-US" sz="2400" b="1" dirty="0" err="1" smtClean="0"/>
              <a:t>WiFi</a:t>
            </a:r>
            <a:r>
              <a:rPr lang="en-US" sz="2400" b="1" dirty="0" smtClean="0"/>
              <a:t> Login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User enters username and password</a:t>
            </a:r>
          </a:p>
          <a:p>
            <a:r>
              <a:rPr lang="en-US" sz="2400" b="1" dirty="0" smtClean="0"/>
              <a:t>Request Sent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Access Point creates a packet</a:t>
            </a:r>
            <a:br>
              <a:rPr lang="en-US" sz="2400" dirty="0" smtClean="0"/>
            </a:br>
            <a:r>
              <a:rPr lang="en-US" sz="2400" dirty="0" smtClean="0"/>
              <a:t> Sends </a:t>
            </a:r>
            <a:r>
              <a:rPr lang="en-US" sz="2400" b="1" dirty="0" smtClean="0"/>
              <a:t>Access-Request (RADIUS packet)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 Uses </a:t>
            </a:r>
            <a:r>
              <a:rPr lang="en-US" sz="2400" b="1" dirty="0" smtClean="0"/>
              <a:t>UDP port 1812</a:t>
            </a:r>
          </a:p>
          <a:p>
            <a:r>
              <a:rPr lang="en-US" sz="2400" b="1" dirty="0" smtClean="0"/>
              <a:t>Server Verification</a:t>
            </a:r>
          </a:p>
          <a:p>
            <a:pPr marL="0" indent="0">
              <a:buNone/>
            </a:pPr>
            <a:r>
              <a:rPr lang="en-US" sz="2400" dirty="0" smtClean="0"/>
              <a:t>RADIUS server checks database</a:t>
            </a:r>
          </a:p>
          <a:p>
            <a:r>
              <a:rPr lang="en-US" sz="2400" b="1" dirty="0" smtClean="0"/>
              <a:t>Server Response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Access-Accept → if correct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Access-Reject → if wrong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27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Access Granted</a:t>
            </a:r>
          </a:p>
          <a:p>
            <a:pPr marL="0" indent="0">
              <a:buNone/>
            </a:pPr>
            <a:r>
              <a:rPr lang="en-US" dirty="0" smtClean="0"/>
              <a:t>User gets internet access</a:t>
            </a:r>
          </a:p>
          <a:p>
            <a:r>
              <a:rPr lang="en-US" dirty="0" smtClean="0"/>
              <a:t>Accounting Starts</a:t>
            </a:r>
          </a:p>
          <a:p>
            <a:pPr marL="0" indent="0">
              <a:buNone/>
            </a:pPr>
            <a:r>
              <a:rPr lang="en-US" dirty="0" smtClean="0"/>
              <a:t>System records activity:</a:t>
            </a:r>
          </a:p>
          <a:p>
            <a:pPr marL="0" indent="0">
              <a:buNone/>
            </a:pPr>
            <a:r>
              <a:rPr lang="en-US" dirty="0" smtClean="0"/>
              <a:t>Accounting-Request (send data) </a:t>
            </a:r>
          </a:p>
          <a:p>
            <a:pPr marL="0" indent="0">
              <a:buNone/>
            </a:pPr>
            <a:r>
              <a:rPr lang="en-US" dirty="0" smtClean="0"/>
              <a:t>Accounting-Response (confirmation) </a:t>
            </a:r>
          </a:p>
          <a:p>
            <a:pPr marL="0" indent="0">
              <a:buNone/>
            </a:pPr>
            <a:r>
              <a:rPr lang="en-US" dirty="0" smtClean="0"/>
              <a:t>Records:</a:t>
            </a:r>
          </a:p>
          <a:p>
            <a:pPr marL="0" indent="0">
              <a:buNone/>
            </a:pPr>
            <a:r>
              <a:rPr lang="en-US" dirty="0" smtClean="0"/>
              <a:t>Login time </a:t>
            </a:r>
          </a:p>
          <a:p>
            <a:pPr marL="0" indent="0">
              <a:buNone/>
            </a:pPr>
            <a:r>
              <a:rPr lang="en-US" dirty="0" smtClean="0"/>
              <a:t>Data usage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69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RADIUS Packets</a:t>
            </a:r>
          </a:p>
          <a:p>
            <a:pPr marL="0" indent="0">
              <a:buNone/>
            </a:pPr>
            <a:r>
              <a:rPr lang="en-US" dirty="0" smtClean="0"/>
              <a:t> RADIUS uses different message types:</a:t>
            </a:r>
          </a:p>
          <a:p>
            <a:pPr marL="0" indent="0">
              <a:buNone/>
            </a:pPr>
            <a:r>
              <a:rPr lang="en-US" dirty="0" smtClean="0"/>
              <a:t>Access-Request → Login request </a:t>
            </a:r>
          </a:p>
          <a:p>
            <a:pPr marL="0" indent="0">
              <a:buNone/>
            </a:pPr>
            <a:r>
              <a:rPr lang="en-US" dirty="0" smtClean="0"/>
              <a:t>Access-Accept → Allow access </a:t>
            </a:r>
          </a:p>
          <a:p>
            <a:pPr marL="0" indent="0">
              <a:buNone/>
            </a:pPr>
            <a:r>
              <a:rPr lang="en-US" dirty="0" smtClean="0"/>
              <a:t>Access-Reject → Deny access </a:t>
            </a:r>
          </a:p>
          <a:p>
            <a:pPr marL="0" indent="0">
              <a:buNone/>
            </a:pPr>
            <a:r>
              <a:rPr lang="en-US" dirty="0" smtClean="0"/>
              <a:t>Access-Challenge → Extra verification </a:t>
            </a:r>
          </a:p>
          <a:p>
            <a:pPr marL="0" indent="0">
              <a:buNone/>
            </a:pPr>
            <a:r>
              <a:rPr lang="en-US" dirty="0" smtClean="0"/>
              <a:t>Accounting-Request → Usage data </a:t>
            </a:r>
          </a:p>
          <a:p>
            <a:pPr marL="0" indent="0">
              <a:buNone/>
            </a:pPr>
            <a:r>
              <a:rPr lang="en-US" dirty="0" smtClean="0"/>
              <a:t>Accounting-Response → Confirmation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09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352" y="246253"/>
            <a:ext cx="10515600" cy="1325563"/>
          </a:xfrm>
        </p:spPr>
        <p:txBody>
          <a:bodyPr/>
          <a:lstStyle/>
          <a:p>
            <a:r>
              <a:rPr lang="en-US" b="1" dirty="0" smtClean="0"/>
              <a:t>Role of UDP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RADIUS uses </a:t>
            </a:r>
            <a:r>
              <a:rPr lang="en-US" b="1" dirty="0" smtClean="0"/>
              <a:t>UDP protocol</a:t>
            </a:r>
            <a:endParaRPr lang="en-US" dirty="0" smtClean="0"/>
          </a:p>
          <a:p>
            <a:r>
              <a:rPr lang="en-US" b="1" dirty="0" smtClean="0"/>
              <a:t>How it works:</a:t>
            </a:r>
          </a:p>
          <a:p>
            <a:r>
              <a:rPr lang="en-US" dirty="0" smtClean="0"/>
              <a:t>Client creates packet </a:t>
            </a:r>
          </a:p>
          <a:p>
            <a:r>
              <a:rPr lang="en-US" dirty="0" smtClean="0"/>
              <a:t>Sends via UDP (no connection setup) </a:t>
            </a:r>
          </a:p>
          <a:p>
            <a:r>
              <a:rPr lang="en-US" dirty="0" smtClean="0"/>
              <a:t>Server replies using UDP </a:t>
            </a:r>
          </a:p>
          <a:p>
            <a:r>
              <a:rPr lang="en-US" dirty="0" smtClean="0"/>
              <a:t>If packet is lost → it retries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779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TACACS+ (Terminal Access Controller Access-Control System Plus)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TACACS+ is a network protocol that checks who a user is, controls what they can access, and records their activity </a:t>
            </a:r>
            <a:r>
              <a:rPr lang="en-US" sz="2400" dirty="0" smtClean="0"/>
              <a:t> </a:t>
            </a:r>
            <a:r>
              <a:rPr lang="en-US" sz="2400" dirty="0"/>
              <a:t>mainly used for secure login and command control on routers and </a:t>
            </a:r>
            <a:r>
              <a:rPr lang="en-US" sz="2400" dirty="0" smtClean="0"/>
              <a:t>switches.</a:t>
            </a:r>
          </a:p>
          <a:p>
            <a:endParaRPr lang="en-US" sz="2400" dirty="0"/>
          </a:p>
          <a:p>
            <a:r>
              <a:rPr lang="en-US" sz="2400" dirty="0"/>
              <a:t>Admin tries to log in to a router. </a:t>
            </a:r>
          </a:p>
          <a:p>
            <a:r>
              <a:rPr lang="en-US" sz="2400" dirty="0"/>
              <a:t>TACACS+ checks the username and password. </a:t>
            </a:r>
          </a:p>
          <a:p>
            <a:r>
              <a:rPr lang="en-US" sz="2400" dirty="0"/>
              <a:t>Admin can </a:t>
            </a:r>
            <a:r>
              <a:rPr lang="en-US" sz="2400" b="1" dirty="0"/>
              <a:t>see the settings</a:t>
            </a:r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en-US" sz="2400" dirty="0"/>
              <a:t>but cannot </a:t>
            </a:r>
            <a:r>
              <a:rPr lang="en-US" sz="2400" b="1" dirty="0"/>
              <a:t>delete them</a:t>
            </a:r>
            <a:r>
              <a:rPr lang="en-US" sz="2400" dirty="0"/>
              <a:t> </a:t>
            </a:r>
            <a:r>
              <a:rPr lang="en-US" sz="2400" dirty="0" smtClean="0"/>
              <a:t> </a:t>
            </a:r>
            <a:endParaRPr lang="en-US" sz="2400" dirty="0"/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“TACACS+ decides who can log in and what they are allowed to do.”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33651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047839"/>
              </p:ext>
            </p:extLst>
          </p:nvPr>
        </p:nvGraphicFramePr>
        <p:xfrm>
          <a:off x="944880" y="638502"/>
          <a:ext cx="10408920" cy="5931862"/>
        </p:xfrm>
        <a:graphic>
          <a:graphicData uri="http://schemas.openxmlformats.org/drawingml/2006/table">
            <a:tbl>
              <a:tblPr/>
              <a:tblGrid>
                <a:gridCol w="2602230"/>
                <a:gridCol w="2602230"/>
                <a:gridCol w="2602230"/>
                <a:gridCol w="2602230"/>
              </a:tblGrid>
              <a:tr h="2057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772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29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29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772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86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43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29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51432" marR="51432" marT="25716" marB="25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416868"/>
              </p:ext>
            </p:extLst>
          </p:nvPr>
        </p:nvGraphicFramePr>
        <p:xfrm>
          <a:off x="53338" y="0"/>
          <a:ext cx="12192004" cy="9424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/>
                <a:gridCol w="3048001"/>
                <a:gridCol w="3048001"/>
                <a:gridCol w="3048001"/>
              </a:tblGrid>
              <a:tr h="560075">
                <a:tc>
                  <a:txBody>
                    <a:bodyPr/>
                    <a:lstStyle/>
                    <a:p>
                      <a:r>
                        <a:rPr lang="en-US" sz="1800" dirty="0"/>
                        <a:t>Feature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RADIUS</a:t>
                      </a:r>
                      <a:endParaRPr lang="en-US" sz="1800"/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TACACS+</a:t>
                      </a:r>
                      <a:endParaRPr lang="en-US" sz="1800"/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Example (Easy)</a:t>
                      </a:r>
                    </a:p>
                  </a:txBody>
                  <a:tcPr marL="51432" marR="51432" marT="25716" marB="25716" anchor="ctr"/>
                </a:tc>
              </a:tr>
              <a:tr h="998346">
                <a:tc>
                  <a:txBody>
                    <a:bodyPr/>
                    <a:lstStyle/>
                    <a:p>
                      <a:r>
                        <a:rPr lang="en-US" sz="1800" dirty="0"/>
                        <a:t>Protocol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UDP</a:t>
                      </a:r>
                      <a:endParaRPr lang="en-US" sz="1800"/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TCP</a:t>
                      </a:r>
                      <a:endParaRPr lang="en-US" sz="1800" dirty="0"/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RADIUS: Fast login to WiFi, no guaranteed delivery </a:t>
                      </a:r>
                      <a:br>
                        <a:rPr lang="en-US" sz="1800"/>
                      </a:br>
                      <a:r>
                        <a:rPr lang="en-US" sz="1800"/>
                        <a:t>TACACS+: Admin logging into a Cisco router, reliable connection</a:t>
                      </a:r>
                    </a:p>
                  </a:txBody>
                  <a:tcPr marL="51432" marR="51432" marT="25716" marB="25716" anchor="ctr"/>
                </a:tc>
              </a:tr>
              <a:tr h="998346">
                <a:tc>
                  <a:txBody>
                    <a:bodyPr/>
                    <a:lstStyle/>
                    <a:p>
                      <a:r>
                        <a:rPr lang="en-US" sz="1800" dirty="0"/>
                        <a:t>Encryption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Partial</a:t>
                      </a:r>
                      <a:r>
                        <a:rPr lang="en-US" sz="1800" dirty="0"/>
                        <a:t> (only password)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Full</a:t>
                      </a:r>
                      <a:r>
                        <a:rPr lang="en-US" sz="1800" dirty="0"/>
                        <a:t> (everything encrypted)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RADIUS: Password secure, commands visible </a:t>
                      </a:r>
                      <a:br>
                        <a:rPr lang="en-US" sz="1800"/>
                      </a:br>
                      <a:r>
                        <a:rPr lang="en-US" sz="1800"/>
                        <a:t>TACACS+: Entire session encrypted, commands safe</a:t>
                      </a:r>
                    </a:p>
                  </a:txBody>
                  <a:tcPr marL="51432" marR="51432" marT="25716" marB="25716" anchor="ctr"/>
                </a:tc>
              </a:tr>
              <a:tr h="768180">
                <a:tc>
                  <a:txBody>
                    <a:bodyPr/>
                    <a:lstStyle/>
                    <a:p>
                      <a:r>
                        <a:rPr lang="en-US" sz="1800" dirty="0"/>
                        <a:t>Main Use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Network access (</a:t>
                      </a:r>
                      <a:r>
                        <a:rPr lang="en-US" sz="1800" dirty="0" err="1"/>
                        <a:t>WiFi</a:t>
                      </a:r>
                      <a:r>
                        <a:rPr lang="en-US" sz="1800" dirty="0"/>
                        <a:t>, VPN, ISP)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Device/admin access (routers, switches)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RADIUS: Student login to WiFi </a:t>
                      </a:r>
                      <a:br>
                        <a:rPr lang="en-US" sz="1800"/>
                      </a:br>
                      <a:r>
                        <a:rPr lang="en-US" sz="1800"/>
                        <a:t>TACACS+: Network admin login to router and run commands</a:t>
                      </a:r>
                    </a:p>
                  </a:txBody>
                  <a:tcPr marL="51432" marR="51432" marT="25716" marB="25716" anchor="ctr"/>
                </a:tc>
              </a:tr>
              <a:tr h="998346">
                <a:tc>
                  <a:txBody>
                    <a:bodyPr/>
                    <a:lstStyle/>
                    <a:p>
                      <a:r>
                        <a:rPr lang="en-US" sz="1800"/>
                        <a:t>Command Authorization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Limited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Detailed/Command-level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RADIUS: User can use internet, no control on actions 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TACACS+: Admin can “show </a:t>
                      </a:r>
                      <a:r>
                        <a:rPr lang="en-US" sz="1800" dirty="0" err="1"/>
                        <a:t>config</a:t>
                      </a:r>
                      <a:r>
                        <a:rPr lang="en-US" sz="1800" dirty="0"/>
                        <a:t>” but not “delete </a:t>
                      </a:r>
                      <a:r>
                        <a:rPr lang="en-US" sz="1800" dirty="0" err="1"/>
                        <a:t>config</a:t>
                      </a:r>
                      <a:r>
                        <a:rPr lang="en-US" sz="1800" dirty="0"/>
                        <a:t>”</a:t>
                      </a:r>
                    </a:p>
                  </a:txBody>
                  <a:tcPr marL="51432" marR="51432" marT="25716" marB="25716" anchor="ctr"/>
                </a:tc>
              </a:tr>
              <a:tr h="998346">
                <a:tc>
                  <a:txBody>
                    <a:bodyPr/>
                    <a:lstStyle/>
                    <a:p>
                      <a:r>
                        <a:rPr lang="en-US" sz="1800"/>
                        <a:t>Logging/Accounting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Yes, very detailed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RADIUS: Logs login/logout + data usage </a:t>
                      </a:r>
                      <a:br>
                        <a:rPr lang="en-US" sz="1800"/>
                      </a:br>
                      <a:r>
                        <a:rPr lang="en-US" sz="1800"/>
                        <a:t>TACACS+: Logs every command admin executes</a:t>
                      </a:r>
                    </a:p>
                  </a:txBody>
                  <a:tcPr marL="51432" marR="51432" marT="25716" marB="25716" anchor="ctr"/>
                </a:tc>
              </a:tr>
              <a:tr h="768180">
                <a:tc>
                  <a:txBody>
                    <a:bodyPr/>
                    <a:lstStyle/>
                    <a:p>
                      <a:r>
                        <a:rPr lang="en-US" sz="1800"/>
                        <a:t>Speed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Fast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Slower than RADIUS (TCP)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RADIUS: Quick </a:t>
                      </a:r>
                      <a:r>
                        <a:rPr lang="en-US" sz="1800" dirty="0" err="1"/>
                        <a:t>WiFi</a:t>
                      </a:r>
                      <a:r>
                        <a:rPr lang="en-US" sz="1800" dirty="0"/>
                        <a:t> login 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TACACS+: Admin login slower but secure</a:t>
                      </a:r>
                    </a:p>
                  </a:txBody>
                  <a:tcPr marL="51432" marR="51432" marT="25716" marB="25716" anchor="ctr"/>
                </a:tc>
              </a:tr>
              <a:tr h="768180">
                <a:tc>
                  <a:txBody>
                    <a:bodyPr/>
                    <a:lstStyle/>
                    <a:p>
                      <a:r>
                        <a:rPr lang="en-US" sz="1800"/>
                        <a:t>Security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Medium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 marL="51432" marR="51432" marT="25716" marB="2571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RADIUS: Password encrypted 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TACACS+: Everything encrypted including commands</a:t>
                      </a:r>
                    </a:p>
                  </a:txBody>
                  <a:tcPr marL="51432" marR="51432" marT="25716" marB="25716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374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b="1" dirty="0" smtClean="0"/>
              <a:t>Thank you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372365560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</TotalTime>
  <Words>352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RADIUS</vt:lpstr>
      <vt:lpstr>AAA</vt:lpstr>
      <vt:lpstr>Components</vt:lpstr>
      <vt:lpstr>Complete Working</vt:lpstr>
      <vt:lpstr>PowerPoint Presentation</vt:lpstr>
      <vt:lpstr>PowerPoint Presentation</vt:lpstr>
      <vt:lpstr>Role of UDP </vt:lpstr>
      <vt:lpstr>TACACS+ (Terminal Access Controller Access-Control System Plus)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RADIUS</dc:title>
  <dc:creator>ThinkPad</dc:creator>
  <cp:lastModifiedBy>ThinkPad</cp:lastModifiedBy>
  <cp:revision>9</cp:revision>
  <dcterms:created xsi:type="dcterms:W3CDTF">2026-03-27T06:50:17Z</dcterms:created>
  <dcterms:modified xsi:type="dcterms:W3CDTF">2026-03-27T12:10:37Z</dcterms:modified>
</cp:coreProperties>
</file>